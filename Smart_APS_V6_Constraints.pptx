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APS V6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Constraints, Solutions &amp; Planning Logic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0" y="2880360"/>
            <a:ext cx="27432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 Section | Indent-Based Production Planning | Tool-Changer Scheduling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3931920"/>
            <a:ext cx="2011680" cy="914400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3977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4434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3931920"/>
            <a:ext cx="2011680" cy="914400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0" y="3977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657600" y="4434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Rules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2011680" cy="914400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3977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217920" y="4434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Sheets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Constraints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64008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41832"/>
            <a:ext cx="347472" cy="256032"/>
          </a:xfrm>
          <a:prstGeom prst="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4183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9235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Rules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2161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with daily indent ≤ 150 OR full monthly indent producible in ≤ 4h are never planned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856232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856232"/>
            <a:ext cx="64008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929384"/>
            <a:ext cx="347472" cy="256032"/>
          </a:xfrm>
          <a:prstGeom prst="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2938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19110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Over-Production Cap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20370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 may accumulate more than 5 × daily_indent in stock (inventory + produced today)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843784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43784"/>
            <a:ext cx="64008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916936"/>
            <a:ext cx="347472" cy="256032"/>
          </a:xfrm>
          <a:prstGeom prst="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1693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28986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Tool-Changer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31912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 changer for all 30 VT machines — no two changeovers may overlap in time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831336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31336"/>
            <a:ext cx="64008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904488"/>
            <a:ext cx="347472" cy="256032"/>
          </a:xfrm>
          <a:prstGeom prst="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90448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" y="3886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Order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41788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&gt; Repeater &gt; Stranger; within each tier, higher daily indent runs first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86868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868680"/>
            <a:ext cx="64008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941832"/>
            <a:ext cx="347472" cy="256032"/>
          </a:xfrm>
          <a:prstGeom prst="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94183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03520" y="9235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Hours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12161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machine has exactly 22 available hours per shift — hard ceiling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1856232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1856232"/>
            <a:ext cx="64008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1929384"/>
            <a:ext cx="347472" cy="256032"/>
          </a:xfrm>
          <a:prstGeom prst="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192938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03520" y="19110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Run Block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03520" y="220370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 can be assigned less than 4 continuous hours on a machine (setup minimum)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2843784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2843784"/>
            <a:ext cx="64008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92040" y="2916936"/>
            <a:ext cx="347472" cy="256032"/>
          </a:xfrm>
          <a:prstGeom prst="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291693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03520" y="28986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Changeover State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303520" y="31912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run = clean slate (no CO charged). From day 2, CO charged only when last part differs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— Skip Rules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that are never planned regardless of inventory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29000" y="1005840"/>
            <a:ext cx="2286000" cy="45720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29000" y="1005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enters check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463040"/>
            <a:ext cx="0" cy="36576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1828800"/>
            <a:ext cx="219456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8288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daily_indent ≤ 150?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2075688"/>
            <a:ext cx="-15544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01368"/>
            <a:ext cx="1463040" cy="5486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80136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(Too Small)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65960" y="18470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2331720"/>
            <a:ext cx="0" cy="36576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23957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17520" y="2697480"/>
            <a:ext cx="3108960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017520" y="2697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monthly_indent / rate ≤ 4h?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17520" y="2971800"/>
            <a:ext cx="-10972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97480"/>
            <a:ext cx="1463040" cy="5486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697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(Trivial Run)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65960" y="27432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3246120"/>
            <a:ext cx="0" cy="36576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33375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29000" y="3611880"/>
            <a:ext cx="2286000" cy="5029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29000" y="3611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Scheduler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1737360"/>
            <a:ext cx="2926080" cy="1463040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0" y="1783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ABSOLUTE RULES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0" y="21488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inventory is NO exception
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Both conditions are independent
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Either one triggers a skip
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Checked before anything else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rules are hardcoded in Section 2: MIN_DAILY_INDENT = 150 | MIN_INDENT_HOURS = 4.0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— Over-Production Cap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a single part from consuming machine time far beyond its need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today_target  =  max(0,  daily_indent  −  inventory)
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headroom      =  max(0,  5 × daily_indent  −  inventory)
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capped_target =  min(today_target,  headroom)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1828800" cy="50292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148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today_target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2395728"/>
            <a:ext cx="5486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2148840"/>
            <a:ext cx="2011680" cy="50292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34640" y="2148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headroom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395728"/>
            <a:ext cx="5486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4960" y="2148840"/>
            <a:ext cx="210312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0" y="21488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capped_target =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min(target, headroom)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98080" y="2395728"/>
            <a:ext cx="5486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2148840"/>
            <a:ext cx="822960" cy="5029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46720" y="21488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8229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80360"/>
            <a:ext cx="73152" cy="1783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260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291840"/>
            <a:ext cx="7955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X:  daily_indent = 321  |  inventory = 0  |  rate = 400 pcs/hr
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today_target = max(0, 321 − 0) = 321 units  →  0.80 hours
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     = max(0, 5×321 − 0) = 1605 units  →  4.01 hours
</a:t>
            </a:r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capped_target = min(321, 1605) = 321  →  machine runs 0.80h  ✓  (NOT 21h)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— Single Tool-Changer Constraint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 changer serves ALL 30 VT machines — no two changeovers may overlap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0" y="1463040"/>
            <a:ext cx="3108960" cy="274320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1463040"/>
            <a:ext cx="640080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4630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1965960"/>
            <a:ext cx="3108960" cy="274320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1965960"/>
            <a:ext cx="640080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1965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423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0" y="2468880"/>
            <a:ext cx="3108960" cy="274320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2468880"/>
            <a:ext cx="640080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2468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0" y="1417320"/>
            <a:ext cx="0" cy="1481328"/>
          </a:xfrm>
          <a:prstGeom prst="line">
            <a:avLst/>
          </a:prstGeom>
          <a:noFill/>
          <a:ln w="25400">
            <a:solidFill>
              <a:srgbClr val="E63946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187452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Conflict!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COs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1005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(CSP)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20640" y="1463040"/>
            <a:ext cx="3657600" cy="274320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1463040"/>
            <a:ext cx="640080" cy="2743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14630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20640" y="1965960"/>
            <a:ext cx="3657600" cy="274320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20640" y="1965960"/>
            <a:ext cx="685800" cy="274320"/>
          </a:xfrm>
          <a:prstGeom prst="rect">
            <a:avLst/>
          </a:prstGeom>
          <a:solidFill>
            <a:srgbClr val="2A4070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196596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+run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806440" y="1965960"/>
            <a:ext cx="640080" cy="2743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1965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0" y="2423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20640" y="2468880"/>
            <a:ext cx="3657600" cy="274320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2468880"/>
            <a:ext cx="1371600" cy="274320"/>
          </a:xfrm>
          <a:prstGeom prst="rect">
            <a:avLst/>
          </a:prstGeom>
          <a:solidFill>
            <a:srgbClr val="2A4070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+run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492240" y="2468880"/>
            <a:ext cx="640080" cy="2743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2468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Algorithm — 3 Steps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57200" y="3383280"/>
            <a:ext cx="2743200" cy="1463040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3383280"/>
            <a:ext cx="2743200" cy="347472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3832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COLLECT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376732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all CO events from plan across all 30 machines with natural start times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337560" y="3383280"/>
            <a:ext cx="2743200" cy="1463040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337560" y="3383280"/>
            <a:ext cx="2743200" cy="347472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37560" y="33832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CSP SOLVE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429000" y="376732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python-constraint finds optimal queue order: no two CO intervals [start, start+dur] overlap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17920" y="3383280"/>
            <a:ext cx="2743200" cy="1463040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17920" y="3383280"/>
            <a:ext cx="2743200" cy="347472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0" y="33832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ASSIGN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09360" y="376732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queue in order. If machine must wait → extend run before CO to fill idle time (never waste)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— Tool-Changer CSP Flowchart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0" y="777240"/>
            <a:ext cx="2194560" cy="41148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0" y="7772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 events collected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(across 30 machines)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0" y="1188720"/>
            <a:ext cx="0" cy="32004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1508760"/>
            <a:ext cx="2743200" cy="41148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508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natural start time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920240"/>
            <a:ext cx="0" cy="32004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2240280"/>
            <a:ext cx="310896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17520" y="2240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CSP: assign start slots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(no-overlap constraint)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2697480"/>
            <a:ext cx="0" cy="32004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3017520"/>
            <a:ext cx="2743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3017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actual_start &gt; natural_start?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3246120"/>
            <a:ext cx="-11887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31720" y="3017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(wait)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1600200" cy="5486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29718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run before CO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wait duration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88720" y="3520440"/>
            <a:ext cx="0" cy="4114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931920"/>
            <a:ext cx="1600200" cy="4114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9319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pieces gained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idle time ✓)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0" y="3246120"/>
            <a:ext cx="10058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30175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 time)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49440" y="2971800"/>
            <a:ext cx="1828800" cy="54864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49440" y="2971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starts immediately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adjustment needed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3474720"/>
            <a:ext cx="0" cy="45720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3280" y="3931920"/>
            <a:ext cx="2377440" cy="41148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83280" y="3931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TC free_at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+= CO duration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4343400"/>
            <a:ext cx="0" cy="32004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4663440"/>
            <a:ext cx="27432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00400" y="46634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CO event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0" y="4855464"/>
            <a:ext cx="9144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6583680" y="47365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until all CO events processed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— Priority Order: Runner &gt; Repeater &gt; Stranger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each tier, higher daily_indent runs first — biggest need gets machine time first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0" y="1097280"/>
            <a:ext cx="4572000" cy="7772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468880" y="11430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0" y="15087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86200" y="11887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machine. Cap = today_target + 1-day buffer.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machines excluded from Repeaters/Strangers.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00200" y="2103120"/>
            <a:ext cx="5943600" cy="7772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83080" y="2148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83080" y="25146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0" y="21945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any non-Runner machine.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daily_indent desc within this tier.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108960"/>
            <a:ext cx="7315200" cy="77724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0" y="3154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5204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14600" y="32004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priority. Only gets machine time after 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Runners and Repeaters have been allocated.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420624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Key: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420624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sort_values( [Tier ASC,  Daily_Indent DESC] )   →   Runner with indent=500 ranks #1. Stranger with indent=600 still ranks after ALL Runners.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&amp; C6 — Machine Hours Cap + Minimum Run Block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39319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— 22-Hour Machine Ceiling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35661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hours per shift: 22h
</a:t>
            </a:r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machine_hours[m] ≤ 22h  at all times
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in:
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Primary assignment (run_h capped)
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Filler extension (spare calc)
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CSP stagger (extend only if spare exists)
</a:t>
            </a:r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Status:
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≥ 21.5h | GOOD ≥ 18.7h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≥ 11h | UNDERUSED &lt; 11h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822960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822960"/>
            <a:ext cx="39319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822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 — Minimum 4-Hour Run Block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298448"/>
            <a:ext cx="35661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MIN_RUN_HOURS = 4h
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 assigned less than 4h on a machine — not enough to justify setup.
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in:
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rank_machines: effective_free &lt; 4h → machine skipped
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run_assignment: run_h = max(run_h, MIN_RUN_HOURS)
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filler Option B: eff_run &lt; 4h → candidate skipped
</a:t>
            </a:r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changeover:
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effective_free = machine_free − CO_hrs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effective_free &lt; 4h → machine not eligible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 — Changeover State &amp; Clean Slate Logic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machine_state.json saves last-run part per machine — drives CO decisions from day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0" y="960120"/>
            <a:ext cx="2743200" cy="457200"/>
          </a:xfrm>
          <a:prstGeom prst="rect">
            <a:avLst/>
          </a:prstGeom>
          <a:solidFill>
            <a:srgbClr val="253480"/>
          </a:solidFill>
          <a:ln w="12700">
            <a:solidFill>
              <a:srgbClr val="2534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960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machine_state.json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417320"/>
            <a:ext cx="0" cy="36576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1188720"/>
            <a:ext cx="11887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9875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32320" y="960120"/>
            <a:ext cx="1737360" cy="45720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0" y="960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last-run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per machine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-12801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9875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960120"/>
            <a:ext cx="1508760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960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Slate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600200"/>
            <a:ext cx="1508760" cy="548640"/>
          </a:xfrm>
          <a:prstGeom prst="rect">
            <a:avLst/>
          </a:prstGeom>
          <a:solidFill>
            <a:srgbClr val="253480"/>
          </a:solidFill>
          <a:ln w="12700">
            <a:solidFill>
              <a:srgbClr val="2534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160020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last[m] = None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 = 0h all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124712" y="1417320"/>
            <a:ext cx="0" cy="18288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1783080"/>
            <a:ext cx="274320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0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last[m] == today's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part?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2286000"/>
            <a:ext cx="0" cy="36576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2029968"/>
            <a:ext cx="11887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18288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32320" y="1801368"/>
            <a:ext cx="1737360" cy="4572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32320" y="18013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= 0h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mould loaded)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2029968"/>
            <a:ext cx="-12801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23160" y="1828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1801368"/>
            <a:ext cx="1508760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180136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= changeover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dict[m]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2468880"/>
            <a:ext cx="-5943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23317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(1st run)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2240280"/>
            <a:ext cx="1508760" cy="4572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65760" y="22402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= 0h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(unknown = clean)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0" y="2651760"/>
            <a:ext cx="2743200" cy="45720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200400" y="2651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part to machine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0" y="3108960"/>
            <a:ext cx="0" cy="36576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3474720"/>
            <a:ext cx="2743200" cy="45720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20040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last[m] = part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0" y="3931920"/>
            <a:ext cx="0" cy="32004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0" y="4251960"/>
            <a:ext cx="3657600" cy="5029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743200" y="42519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machine_state.json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(used tomorrow)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Planning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27432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VT Sheet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5272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Part, Indent, Cycle time,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Cavity, Inventory, Category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63240" y="1463040"/>
            <a:ext cx="1828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8686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868680"/>
            <a:ext cx="2743200" cy="347472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8686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Compute Rate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25272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= 3600 / cycle_time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(cavities cancel out)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9320" y="1463040"/>
            <a:ext cx="1828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8686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868680"/>
            <a:ext cx="2743200" cy="3474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8686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Apply Skip Rules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125272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daily≤150 OR monthly/rate≤4h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SKIP (absolute)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43800" y="2057400"/>
            <a:ext cx="0" cy="2286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28600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286000"/>
            <a:ext cx="2743200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286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Check Inventory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267004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 ≥ daily_indent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 Required Today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63240" y="2880360"/>
            <a:ext cx="1828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46120" y="228600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286000"/>
            <a:ext cx="27432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2286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Priority Sort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267004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&gt; Repeater &gt; Stranger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daily_indent DESC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89320" y="2880360"/>
            <a:ext cx="1828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228600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2286000"/>
            <a:ext cx="2743200" cy="347472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286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Assign Machines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63640" y="267004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CO cost, capacity.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= 5× daily_indent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543800" y="3474720"/>
            <a:ext cx="0" cy="2286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70332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703320"/>
            <a:ext cx="27432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703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22-hr Filler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11480" y="408736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spare time. No blocking.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at 5-day overproduction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063240" y="4297680"/>
            <a:ext cx="1828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46120" y="370332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46120" y="3703320"/>
            <a:ext cx="2743200" cy="34747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46120" y="3703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CSP Tool-Changer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337560" y="408736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 all COs. Extend runs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fill waits. No overlap.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89320" y="4297680"/>
            <a:ext cx="1828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72200" y="370332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72200" y="3703320"/>
            <a:ext cx="2743200" cy="347472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3703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Save &amp; Export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63640" y="408736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Excel sheets. machine_state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for tomorrow.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Sheets — What Each Sheet Tells You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60520" cy="713232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64008" cy="71323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VT_Plan_By_Machine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5214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Machine-wise schedule: sequence, start/end times, CO, run hours, rate, qty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645920"/>
            <a:ext cx="4160520" cy="713232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645920"/>
            <a:ext cx="64008" cy="71323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007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VT_Plan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9339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plan: all planned parts with full detail including rate, indent, target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487168"/>
            <a:ext cx="4160520" cy="713232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487168"/>
            <a:ext cx="64008" cy="71323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420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VT_Daily_Indent_Status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parts MEET / MISS daily indent — production alone vs with inventory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3328416"/>
            <a:ext cx="4160520" cy="713232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328416"/>
            <a:ext cx="64008" cy="71323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83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VT_Machine_Util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6758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per machine: used/unused hours, changeovers, part rates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4169664"/>
            <a:ext cx="4160520" cy="713232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169664"/>
            <a:ext cx="64008" cy="71323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245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VT_Not_Planned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5171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needed but not planned — with exact reason (capacity / matrix / etc)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92040" y="804672"/>
            <a:ext cx="4160520" cy="713232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804672"/>
            <a:ext cx="64008" cy="71323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8595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VT_Not_Required_Today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115214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where inventory already covers daily indent — deferred to tomorrow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92040" y="1645920"/>
            <a:ext cx="4160520" cy="713232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1645920"/>
            <a:ext cx="64008" cy="71323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17007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VT_Skipped_Parts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199339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excluded by skip rules — daily≤150 or monthly/rate≤4h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92040" y="2487168"/>
            <a:ext cx="4160520" cy="713232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92040" y="2487168"/>
            <a:ext cx="64008" cy="71323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25420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VT_Inventory_Health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0" y="28346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After-today inventory = inv + produced. Days of coverage per part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92040" y="3328416"/>
            <a:ext cx="4160520" cy="713232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92040" y="3328416"/>
            <a:ext cx="64008" cy="71323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3383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VT_Indent_Horizon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0" y="36758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indent breakdown: monthly, daily, target, rate, status per part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92040" y="4169664"/>
            <a:ext cx="4160520" cy="713232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92040" y="4169664"/>
            <a:ext cx="64008" cy="71323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42245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VT_Part_Audit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0" y="45171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Gate-by-gate trace of ALL 142 VT parts — why each is planned or excluded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 &amp; Rationale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512064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64008" cy="5120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5953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daily_indent ≤ 150 skip?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749040" y="896112"/>
            <a:ext cx="0" cy="365760"/>
          </a:xfrm>
          <a:prstGeom prst="line">
            <a:avLst/>
          </a:prstGeom>
          <a:noFill/>
          <a:ln w="12700">
            <a:solidFill>
              <a:srgbClr val="3B5B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86200" y="859536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with &lt; 150 daily need take machine time away from critical parts — not worth a setup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8412480" cy="512064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426464"/>
            <a:ext cx="64008" cy="5120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630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≤ 4h monthly skip?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49040" y="1499616"/>
            <a:ext cx="0" cy="365760"/>
          </a:xfrm>
          <a:prstGeom prst="line">
            <a:avLst/>
          </a:prstGeom>
          <a:noFill/>
          <a:ln w="12700">
            <a:solidFill>
              <a:srgbClr val="3B5B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146304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month's need can be produced in one short burst — plan it on demand, not daily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029968"/>
            <a:ext cx="8412480" cy="512064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029968"/>
            <a:ext cx="64008" cy="5120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06654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5× daily cap?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49040" y="2103120"/>
            <a:ext cx="0" cy="365760"/>
          </a:xfrm>
          <a:prstGeom prst="line">
            <a:avLst/>
          </a:prstGeom>
          <a:noFill/>
          <a:ln w="12700">
            <a:solidFill>
              <a:srgbClr val="3B5B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2066544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reasonable buffer without blocking other parts. 28× was causing starvation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633472"/>
            <a:ext cx="8412480" cy="512064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633472"/>
            <a:ext cx="64008" cy="5120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67004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CSP for tool-changer?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49040" y="2706624"/>
            <a:ext cx="0" cy="365760"/>
          </a:xfrm>
          <a:prstGeom prst="line">
            <a:avLst/>
          </a:prstGeom>
          <a:noFill/>
          <a:ln w="12700">
            <a:solidFill>
              <a:srgbClr val="3B5B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86200" y="267004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sort can't guarantee global no-overlap. CSP finds provably valid ordering every time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236976"/>
            <a:ext cx="8412480" cy="512064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236976"/>
            <a:ext cx="64008" cy="5120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27355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extend runs instead of reduce?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49040" y="3310128"/>
            <a:ext cx="0" cy="365760"/>
          </a:xfrm>
          <a:prstGeom prst="line">
            <a:avLst/>
          </a:prstGeom>
          <a:noFill/>
          <a:ln w="12700">
            <a:solidFill>
              <a:srgbClr val="3B5B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86200" y="3273552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fills idle machine time and produces more. Reducing loses production permanently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840480"/>
            <a:ext cx="8412480" cy="512064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840480"/>
            <a:ext cx="64008" cy="5120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87705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clean slate on day 1?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49040" y="3913632"/>
            <a:ext cx="0" cy="365760"/>
          </a:xfrm>
          <a:prstGeom prst="line">
            <a:avLst/>
          </a:prstGeom>
          <a:noFill/>
          <a:ln w="12700">
            <a:solidFill>
              <a:srgbClr val="3B5B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86200" y="3877056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historical data = no basis to charge CO. Penalising unknown history is unfair to all parts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443984"/>
            <a:ext cx="8412480" cy="512064"/>
          </a:xfrm>
          <a:prstGeom prst="rect">
            <a:avLst/>
          </a:prstGeom>
          <a:solidFill>
            <a:srgbClr val="253480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4443984"/>
            <a:ext cx="64008" cy="5120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48056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Runner &gt; Repeater &gt; Stranger?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749040" y="4517136"/>
            <a:ext cx="0" cy="365760"/>
          </a:xfrm>
          <a:prstGeom prst="line">
            <a:avLst/>
          </a:prstGeom>
          <a:noFill/>
          <a:ln w="12700">
            <a:solidFill>
              <a:srgbClr val="3B5B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86200" y="448056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Runners are critical, high-frequency parts. They must never be starved of machine time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APS V6 — Constraints &amp; Solutions</dc:title>
  <dc:subject>PptxGenJS Presentation</dc:subject>
  <dc:creator>PptxGenJS</dc:creator>
  <cp:lastModifiedBy>PptxGenJS</cp:lastModifiedBy>
  <cp:revision>1</cp:revision>
  <dcterms:created xsi:type="dcterms:W3CDTF">2026-03-19T07:14:50Z</dcterms:created>
  <dcterms:modified xsi:type="dcterms:W3CDTF">2026-03-19T07:14:50Z</dcterms:modified>
</cp:coreProperties>
</file>